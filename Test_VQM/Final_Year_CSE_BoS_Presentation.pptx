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Transforming Final Year B.Tech CSE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 Excellence &amp; Research Innovation</a:t>
            </a:r>
          </a:p>
          <a:p>
            <a:r>
              <a:t>Dr. Darpan Anand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 curriculum with industry &amp; research</a:t>
            </a:r>
          </a:p>
          <a:p>
            <a:r>
              <a:t>Enhance employability and innovation</a:t>
            </a:r>
          </a:p>
          <a:p>
            <a:r>
              <a:t>Bridge academia-industry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gap</a:t>
            </a:r>
          </a:p>
          <a:p>
            <a:r>
              <a:t>Low research output</a:t>
            </a:r>
          </a:p>
          <a:p>
            <a:r>
              <a:t>Unstructured placement prep</a:t>
            </a:r>
          </a:p>
          <a:p>
            <a:r>
              <a:t>Limited real-world exposure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student placed or published</a:t>
            </a:r>
          </a:p>
          <a:p>
            <a:r>
              <a:t>Dual Track: Placement +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 Preparation (40%)</a:t>
            </a:r>
          </a:p>
          <a:p>
            <a:r>
              <a:t>Research &amp; Innovation (40%)</a:t>
            </a:r>
          </a:p>
          <a:p>
            <a:r>
              <a:t>Capstone Project (20%)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DSA, System Design</a:t>
            </a:r>
          </a:p>
          <a:p>
            <a:r>
              <a:t>Aptitude</a:t>
            </a:r>
          </a:p>
          <a:p>
            <a:r>
              <a:t>Mock Interviews</a:t>
            </a:r>
          </a:p>
          <a:p>
            <a:r>
              <a:t>Coding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Placement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1-2: Basics</a:t>
            </a:r>
          </a:p>
          <a:p>
            <a:r>
              <a:t>Month 3-4: Advanced</a:t>
            </a:r>
          </a:p>
          <a:p>
            <a:r>
              <a:t>Month 5-6: Company prep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identification</a:t>
            </a:r>
          </a:p>
          <a:p>
            <a:r>
              <a:t>Literature review</a:t>
            </a:r>
          </a:p>
          <a:p>
            <a:r>
              <a:t>Paper writing</a:t>
            </a:r>
          </a:p>
          <a:p>
            <a:r>
              <a:t>AI, ML, Cybersecurity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Paper (Scopus/IEEE)</a:t>
            </a:r>
          </a:p>
          <a:p>
            <a:r>
              <a:t>1 Patent (optional)</a:t>
            </a:r>
          </a:p>
          <a:p>
            <a:r>
              <a:t>Faculty mentorship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problems</a:t>
            </a:r>
          </a:p>
          <a:p>
            <a:r>
              <a:t>Research-based</a:t>
            </a:r>
          </a:p>
          <a:p>
            <a:r>
              <a:t>Startup-oriented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stack, Cloud, DevOps</a:t>
            </a:r>
          </a:p>
          <a:p>
            <a:r>
              <a:t>Communication skills</a:t>
            </a:r>
          </a:p>
          <a:p>
            <a:r>
              <a:t>Resume building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Placement: 30%</a:t>
            </a:r>
          </a:p>
          <a:p>
            <a:r>
              <a:t>Research: 30%</a:t>
            </a:r>
          </a:p>
          <a:p>
            <a:r>
              <a:t>Project: 40%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Guest lectures</a:t>
            </a:r>
          </a:p>
          <a:p>
            <a:r>
              <a:t>Internships</a:t>
            </a:r>
          </a:p>
          <a:p>
            <a:r>
              <a:t>Joint research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placements</a:t>
            </a:r>
          </a:p>
          <a:p>
            <a:r>
              <a:t>Better packages</a:t>
            </a:r>
          </a:p>
          <a:p>
            <a:r>
              <a:t>More publications</a:t>
            </a:r>
          </a:p>
          <a:p>
            <a:r>
              <a:t>Industry readiness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Approval</a:t>
            </a:r>
          </a:p>
          <a:p>
            <a:r>
              <a:t>Faculty training</a:t>
            </a:r>
          </a:p>
          <a:p>
            <a:r>
              <a:t>Pilot</a:t>
            </a:r>
          </a:p>
          <a:p>
            <a:r>
              <a:t>Full rollout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+ Knowledge balance</a:t>
            </a:r>
          </a:p>
          <a:p>
            <a:r>
              <a:t>Industry-ready innovators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